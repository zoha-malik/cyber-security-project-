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68" r:id="rId4"/>
    <p:sldId id="258" r:id="rId5"/>
    <p:sldId id="269" r:id="rId6"/>
    <p:sldId id="259" r:id="rId7"/>
    <p:sldId id="260" r:id="rId8"/>
    <p:sldId id="261" r:id="rId9"/>
    <p:sldId id="262" r:id="rId10"/>
    <p:sldId id="263" r:id="rId11"/>
    <p:sldId id="264" r:id="rId12"/>
    <p:sldId id="270" r:id="rId13"/>
    <p:sldId id="271" r:id="rId14"/>
    <p:sldId id="272" r:id="rId15"/>
    <p:sldId id="265" r:id="rId16"/>
    <p:sldId id="26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91F1-DE17-47C5-B298-BEA3A6264D04}" type="datetimeFigureOut">
              <a:rPr lang="en-US" smtClean="0"/>
              <a:t>05-Apr-26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13AA2A2F-A9E3-4459-BE8C-0B523B130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6908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91F1-DE17-47C5-B298-BEA3A6264D04}" type="datetimeFigureOut">
              <a:rPr lang="en-US" smtClean="0"/>
              <a:t>05-Apr-26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A2A2F-A9E3-4459-BE8C-0B523B130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063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7D0091F1-DE17-47C5-B298-BEA3A6264D04}" type="datetimeFigureOut">
              <a:rPr lang="en-US" smtClean="0"/>
              <a:t>05-Apr-26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13AA2A2F-A9E3-4459-BE8C-0B523B130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017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91F1-DE17-47C5-B298-BEA3A6264D04}" type="datetimeFigureOut">
              <a:rPr lang="en-US" smtClean="0"/>
              <a:t>05-Apr-26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A2A2F-A9E3-4459-BE8C-0B523B130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713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91F1-DE17-47C5-B298-BEA3A6264D04}" type="datetimeFigureOut">
              <a:rPr lang="en-US" smtClean="0"/>
              <a:t>05-Apr-26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A2A2F-A9E3-4459-BE8C-0B523B130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358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91F1-DE17-47C5-B298-BEA3A6264D04}" type="datetimeFigureOut">
              <a:rPr lang="en-US" smtClean="0"/>
              <a:t>05-Apr-26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A2A2F-A9E3-4459-BE8C-0B523B130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094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91F1-DE17-47C5-B298-BEA3A6264D04}" type="datetimeFigureOut">
              <a:rPr lang="en-US" smtClean="0"/>
              <a:t>05-Apr-26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A2A2F-A9E3-4459-BE8C-0B523B130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493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91F1-DE17-47C5-B298-BEA3A6264D04}" type="datetimeFigureOut">
              <a:rPr lang="en-US" smtClean="0"/>
              <a:t>05-Apr-26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A2A2F-A9E3-4459-BE8C-0B523B130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7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91F1-DE17-47C5-B298-BEA3A6264D04}" type="datetimeFigureOut">
              <a:rPr lang="en-US" smtClean="0"/>
              <a:t>05-Apr-26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A2A2F-A9E3-4459-BE8C-0B523B130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797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91F1-DE17-47C5-B298-BEA3A6264D04}" type="datetimeFigureOut">
              <a:rPr lang="en-US" smtClean="0"/>
              <a:t>05-Apr-26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A2A2F-A9E3-4459-BE8C-0B523B130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664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91F1-DE17-47C5-B298-BEA3A6264D04}" type="datetimeFigureOut">
              <a:rPr lang="en-US" smtClean="0"/>
              <a:t>05-Apr-26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AA2A2F-A9E3-4459-BE8C-0B523B130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380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7D0091F1-DE17-47C5-B298-BEA3A6264D04}" type="datetimeFigureOut">
              <a:rPr lang="en-US" smtClean="0"/>
              <a:t>05-Apr-26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13AA2A2F-A9E3-4459-BE8C-0B523B1307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720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D7965AF-E0BE-505A-B0BC-780C1D8BE553}"/>
              </a:ext>
            </a:extLst>
          </p:cNvPr>
          <p:cNvSpPr txBox="1"/>
          <p:nvPr/>
        </p:nvSpPr>
        <p:spPr>
          <a:xfrm>
            <a:off x="518473" y="1282045"/>
            <a:ext cx="11462995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Zoha Mumtaz 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Cybersecurity Intern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Area: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Defensive Security (Blue Team)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completed a hands-on cybersecurity internship focused on security monitoring, incident investigation, and threat detection. My goal is to protect systems from real-world cyber attacks using practical defensive techniques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6716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C2D894-D7CD-1980-0E62-6F6FADEBA8E9}"/>
              </a:ext>
            </a:extLst>
          </p:cNvPr>
          <p:cNvSpPr txBox="1"/>
          <p:nvPr/>
        </p:nvSpPr>
        <p:spPr>
          <a:xfrm>
            <a:off x="309927" y="428178"/>
            <a:ext cx="11803516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Tasks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Fundamentals &amp; Attack Techniques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initial training modules, I learned: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setup and security lab environment configuration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Governance, Risk &amp; Compliance frameworks (NIST, ISO)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gathering techniques (passive and active)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security testing using Burp Suite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validation vulnerabilities and XSS attacks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injection and web application exploitation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hijacking and authentication weaknesses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control and authorization flaws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upload security risks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Privilege escalation techniques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Metasploit framework usage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Understanding how cyber attacks work in real systems.</a:t>
            </a:r>
          </a:p>
        </p:txBody>
      </p:sp>
    </p:spTree>
    <p:extLst>
      <p:ext uri="{BB962C8B-B14F-4D97-AF65-F5344CB8AC3E}">
        <p14:creationId xmlns:p14="http://schemas.microsoft.com/office/powerpoint/2010/main" val="2494224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23B0A8-F30B-D14D-BB37-304C05D4361C}"/>
              </a:ext>
            </a:extLst>
          </p:cNvPr>
          <p:cNvSpPr txBox="1"/>
          <p:nvPr/>
        </p:nvSpPr>
        <p:spPr>
          <a:xfrm>
            <a:off x="237241" y="892919"/>
            <a:ext cx="1171751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 &amp; Defensive Security Training</a:t>
            </a:r>
          </a:p>
          <a:p>
            <a:pPr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advanced training modules, I learned Blue Team and SOC operations: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 analysis and security event investigation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Endpoint Detection and Response (EDR/XDR) monitoring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security monitoring and traffic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 intelligence usage for attack verification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Vulnerability management and risk assessment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automation concepts (SOAR)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and Linux system hardening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 hunting and forensic investigation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 reporting and compliance documentation</a:t>
            </a:r>
          </a:p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Practical defensive cybersecurity skills.</a:t>
            </a:r>
          </a:p>
        </p:txBody>
      </p:sp>
    </p:spTree>
    <p:extLst>
      <p:ext uri="{BB962C8B-B14F-4D97-AF65-F5344CB8AC3E}">
        <p14:creationId xmlns:p14="http://schemas.microsoft.com/office/powerpoint/2010/main" val="1202847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B198B3-48CC-24CA-8757-D3A030C422D5}"/>
              </a:ext>
            </a:extLst>
          </p:cNvPr>
          <p:cNvSpPr txBox="1"/>
          <p:nvPr/>
        </p:nvSpPr>
        <p:spPr>
          <a:xfrm>
            <a:off x="650449" y="1621411"/>
            <a:ext cx="1110477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Security &amp; Advanced Topics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internship also included modern security concepts: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jailbreak attack concepts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basics in cybersecurity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data collection and labeling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 and explainability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AI with security frameworks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Understanding emerging AI-related security risks.</a:t>
            </a:r>
          </a:p>
        </p:txBody>
      </p:sp>
    </p:spTree>
    <p:extLst>
      <p:ext uri="{BB962C8B-B14F-4D97-AF65-F5344CB8AC3E}">
        <p14:creationId xmlns:p14="http://schemas.microsoft.com/office/powerpoint/2010/main" val="1665338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86A91A-A3EC-46EB-CEF7-7A1205E2AF3E}"/>
              </a:ext>
            </a:extLst>
          </p:cNvPr>
          <p:cNvSpPr txBox="1"/>
          <p:nvPr/>
        </p:nvSpPr>
        <p:spPr>
          <a:xfrm>
            <a:off x="603315" y="1413063"/>
            <a:ext cx="8905973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Skills Developed</a:t>
            </a:r>
          </a:p>
          <a:p>
            <a:pPr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this internship, I developed: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monitoring and investigation skills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of attack techniques and defense strategies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SOC analyst workflow knowledge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Hands-on experience with cybersecurity tools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Awareness of AI-related security threats</a:t>
            </a:r>
          </a:p>
        </p:txBody>
      </p:sp>
    </p:spTree>
    <p:extLst>
      <p:ext uri="{BB962C8B-B14F-4D97-AF65-F5344CB8AC3E}">
        <p14:creationId xmlns:p14="http://schemas.microsoft.com/office/powerpoint/2010/main" val="2899151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333E4F-7E9B-EDAB-217D-690F2F14BDAE}"/>
              </a:ext>
            </a:extLst>
          </p:cNvPr>
          <p:cNvSpPr txBox="1"/>
          <p:nvPr/>
        </p:nvSpPr>
        <p:spPr>
          <a:xfrm>
            <a:off x="546920" y="1312972"/>
            <a:ext cx="1042588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 Chose Blue Team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chose the Blue Team path because I am interested in: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Protecting systems from cyber attacks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Detecting threats in real time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Investigating security incidents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Improving system security posture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Blue Team focuses on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defense, monitoring, and response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aligns with my career goal in security operations.</a:t>
            </a:r>
          </a:p>
        </p:txBody>
      </p:sp>
    </p:spTree>
    <p:extLst>
      <p:ext uri="{BB962C8B-B14F-4D97-AF65-F5344CB8AC3E}">
        <p14:creationId xmlns:p14="http://schemas.microsoft.com/office/powerpoint/2010/main" val="489581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4A6436-E31D-B632-8C29-661FF5AA31A7}"/>
              </a:ext>
            </a:extLst>
          </p:cNvPr>
          <p:cNvSpPr txBox="1"/>
          <p:nvPr/>
        </p:nvSpPr>
        <p:spPr>
          <a:xfrm>
            <a:off x="654913" y="1499689"/>
            <a:ext cx="10515849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Blue Team &amp; How It Works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Blue Team is responsible for defending an organization’s infrastructure.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systems, endpoints, and networks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suspicious or malicious activity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Investigate alerts and identify root cause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 and remediate threats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findings and improve defenses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Prevent, detect, and respond to cyber attacks effectively.</a:t>
            </a:r>
          </a:p>
        </p:txBody>
      </p:sp>
    </p:spTree>
    <p:extLst>
      <p:ext uri="{BB962C8B-B14F-4D97-AF65-F5344CB8AC3E}">
        <p14:creationId xmlns:p14="http://schemas.microsoft.com/office/powerpoint/2010/main" val="52745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3D10F5-982A-A3FF-0DD8-AB326621A889}"/>
              </a:ext>
            </a:extLst>
          </p:cNvPr>
          <p:cNvSpPr txBox="1"/>
          <p:nvPr/>
        </p:nvSpPr>
        <p:spPr>
          <a:xfrm>
            <a:off x="579499" y="859327"/>
            <a:ext cx="10610117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Introduction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LLM Prompt Injection Detection Engine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a defensive security system designed to detect malicious or manipulative prompts targeting AI models.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Attackers can manipulate AI systems using prompt injection techniques to bypass restrictions or extract sensitive information.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Solution: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layered detection engine that analyzes prompts and generates a security risk decision before execution.</a:t>
            </a:r>
          </a:p>
        </p:txBody>
      </p:sp>
    </p:spTree>
    <p:extLst>
      <p:ext uri="{BB962C8B-B14F-4D97-AF65-F5344CB8AC3E}">
        <p14:creationId xmlns:p14="http://schemas.microsoft.com/office/powerpoint/2010/main" val="1486353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1625ED-3432-7718-0726-34A6D918F316}"/>
              </a:ext>
            </a:extLst>
          </p:cNvPr>
          <p:cNvSpPr txBox="1"/>
          <p:nvPr/>
        </p:nvSpPr>
        <p:spPr>
          <a:xfrm>
            <a:off x="801277" y="1065227"/>
            <a:ext cx="11029361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My Project Does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analyzes each input and generates a structured security report.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Capabilities: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suspicious instructions and override attempts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Compares prompts with known attack patterns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Calculates risk score and confidence level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red-flag keywords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multiple security layers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ALLOW / BLOCK / FLAG decision</a:t>
            </a:r>
          </a:p>
        </p:txBody>
      </p:sp>
    </p:spTree>
    <p:extLst>
      <p:ext uri="{BB962C8B-B14F-4D97-AF65-F5344CB8AC3E}">
        <p14:creationId xmlns:p14="http://schemas.microsoft.com/office/powerpoint/2010/main" val="3526858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AB6CC3-231B-9BED-CD79-45D4C713E310}"/>
              </a:ext>
            </a:extLst>
          </p:cNvPr>
          <p:cNvSpPr txBox="1"/>
          <p:nvPr/>
        </p:nvSpPr>
        <p:spPr>
          <a:xfrm>
            <a:off x="371945" y="926474"/>
            <a:ext cx="11448109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Output Explanation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user enters a prompt, the system produces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Report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Result: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Decision: ALLOW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Level: LOW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 Score calculated from behavior indicators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score with known attack patterns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layers applied: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Keyword Filter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Similarity Detection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Risk Scoring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Meaning: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evaluates prompt safety before the AI processes it.</a:t>
            </a:r>
          </a:p>
        </p:txBody>
      </p:sp>
    </p:spTree>
    <p:extLst>
      <p:ext uri="{BB962C8B-B14F-4D97-AF65-F5344CB8AC3E}">
        <p14:creationId xmlns:p14="http://schemas.microsoft.com/office/powerpoint/2010/main" val="3610318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07D50E-75B6-6991-EE99-83FB7E7EE541}"/>
              </a:ext>
            </a:extLst>
          </p:cNvPr>
          <p:cNvSpPr txBox="1"/>
          <p:nvPr/>
        </p:nvSpPr>
        <p:spPr>
          <a:xfrm>
            <a:off x="650449" y="1413063"/>
            <a:ext cx="10605155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My Project is Different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unique because it focuses on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security from a Blue Team perspective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Differences: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just AI usage — it protects AI systems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layered defensive detection approach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measurable risk scoring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explainable security reports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cybersecurity + artificial intelligence security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makes it practical for secure AI deployment environments.</a:t>
            </a:r>
          </a:p>
        </p:txBody>
      </p:sp>
    </p:spTree>
    <p:extLst>
      <p:ext uri="{BB962C8B-B14F-4D97-AF65-F5344CB8AC3E}">
        <p14:creationId xmlns:p14="http://schemas.microsoft.com/office/powerpoint/2010/main" val="16809120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29409C-79E9-FCBD-BE66-5E44106147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219" y="1112363"/>
            <a:ext cx="7341177" cy="55429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8055B2-21CF-A62A-82E5-5B5D53D2A77B}"/>
              </a:ext>
            </a:extLst>
          </p:cNvPr>
          <p:cNvSpPr txBox="1"/>
          <p:nvPr/>
        </p:nvSpPr>
        <p:spPr>
          <a:xfrm>
            <a:off x="1442301" y="518474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4017426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C1E240-E434-AC9B-57A1-CA4FE3022E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188" y="1432874"/>
            <a:ext cx="5477118" cy="511701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EDF45F-56B7-F0CA-3FBD-E9476262F4C7}"/>
              </a:ext>
            </a:extLst>
          </p:cNvPr>
          <p:cNvSpPr txBox="1"/>
          <p:nvPr/>
        </p:nvSpPr>
        <p:spPr>
          <a:xfrm>
            <a:off x="612742" y="631596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 2:</a:t>
            </a:r>
          </a:p>
        </p:txBody>
      </p:sp>
    </p:spTree>
    <p:extLst>
      <p:ext uri="{BB962C8B-B14F-4D97-AF65-F5344CB8AC3E}">
        <p14:creationId xmlns:p14="http://schemas.microsoft.com/office/powerpoint/2010/main" val="15304737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F78F8A-C8A4-A69F-3C87-A9BB63F61087}"/>
              </a:ext>
            </a:extLst>
          </p:cNvPr>
          <p:cNvSpPr txBox="1"/>
          <p:nvPr/>
        </p:nvSpPr>
        <p:spPr>
          <a:xfrm>
            <a:off x="659876" y="575035"/>
            <a:ext cx="1160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 3: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9E2BFF-5066-5D39-8EA8-E1E16A6BF5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0771" y="1036949"/>
            <a:ext cx="6738761" cy="5385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20516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425158-7285-533C-5191-A3A6E6F2D95E}"/>
              </a:ext>
            </a:extLst>
          </p:cNvPr>
          <p:cNvSpPr txBox="1"/>
          <p:nvPr/>
        </p:nvSpPr>
        <p:spPr>
          <a:xfrm>
            <a:off x="490193" y="820133"/>
            <a:ext cx="11001081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Defense (Why It Matters)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injection is an emerging security threat in modern AI systems.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project contributes to security by: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Preventing instruction manipulation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risk of data leakage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Supporting secure AI usage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Demonstrating proactive threat detection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aligns with real-world defensive cybersecurity practices.</a:t>
            </a:r>
          </a:p>
        </p:txBody>
      </p:sp>
    </p:spTree>
    <p:extLst>
      <p:ext uri="{BB962C8B-B14F-4D97-AF65-F5344CB8AC3E}">
        <p14:creationId xmlns:p14="http://schemas.microsoft.com/office/powerpoint/2010/main" val="37850476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1A12CB-7341-3DF6-3013-36E082609EA9}"/>
              </a:ext>
            </a:extLst>
          </p:cNvPr>
          <p:cNvSpPr txBox="1"/>
          <p:nvPr/>
        </p:nvSpPr>
        <p:spPr>
          <a:xfrm>
            <a:off x="791852" y="1861696"/>
            <a:ext cx="1055802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my internship and project work, I developed: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Blue Team security skills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 detection and investigation ability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of modern AI security risks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 in defensive security engineering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prepared to contribute to real-world security operations environments.</a:t>
            </a:r>
          </a:p>
        </p:txBody>
      </p:sp>
    </p:spTree>
    <p:extLst>
      <p:ext uri="{BB962C8B-B14F-4D97-AF65-F5344CB8AC3E}">
        <p14:creationId xmlns:p14="http://schemas.microsoft.com/office/powerpoint/2010/main" val="9187534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91</TotalTime>
  <Words>774</Words>
  <Application>Microsoft Office PowerPoint</Application>
  <PresentationFormat>Widescreen</PresentationFormat>
  <Paragraphs>112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Rockwell</vt:lpstr>
      <vt:lpstr>Rockwell Condensed</vt:lpstr>
      <vt:lpstr>Times New Roman</vt:lpstr>
      <vt:lpstr>Wingdings</vt:lpstr>
      <vt:lpstr>Wood Type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Zoha Mumtaz</dc:creator>
  <cp:lastModifiedBy>Zoha Mumtaz</cp:lastModifiedBy>
  <cp:revision>3</cp:revision>
  <dcterms:created xsi:type="dcterms:W3CDTF">2026-03-02T06:14:01Z</dcterms:created>
  <dcterms:modified xsi:type="dcterms:W3CDTF">2026-04-05T14:13:57Z</dcterms:modified>
</cp:coreProperties>
</file>